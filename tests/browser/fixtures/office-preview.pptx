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One</c:v>
                </c:pt>
                <c:pt idx="1">
                  <c:v>Two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review-external.invalid/link" TargetMode="External"/><Relationship Id="rId3" Type="http://schemas.openxmlformats.org/officeDocument/2006/relationships/image" Target="../media/image1.png"/><Relationship Id="rIdExternal" Type="http://schemas.openxmlformats.org/officeDocument/2006/relationships/image" Target="https://preview-external.invalid/tracking.p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briefing 合同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Read-only presentation preview</a:t>
            </a:r>
          </a:p>
          <a:p>
            <a:pPr>
              <a:defRPr sz="1500"/>
            </a:pPr>
            <a:r>
              <a:t>&lt;img src=x onerror="parent.previewExecuted=true"&gt;</a:t>
            </a:r>
          </a:p>
          <a:p>
            <a:r>
              <a:rPr>
                <a:hlinkClick r:id="rId2"/>
              </a:rPr>
              <a:t>External hyperlink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1097280" cy="731520"/>
          </a:xfrm>
          <a:prstGeom prst="rect">
            <a:avLst/>
          </a:prstGeom>
        </p:spPr>
      </p:pic>
      <p:pic>
        <p:nvPicPr>
          <p:cNvPr id="999" name="Blocked external image" descr="image.png"/>
          <p:cNvPicPr>
            <a:picLocks noChangeAspect="1"/>
          </p:cNvPicPr>
          <p:nvPr/>
        </p:nvPicPr>
        <p:blipFill>
          <a:blip r:link="rIdExternal"/>
          <a:stretch>
            <a:fillRect/>
          </a:stretch>
        </p:blipFill>
        <p:spPr>
          <a:xfrm>
            <a:off x="640080" y="2926080"/>
            <a:ext cx="109728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2743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1,234.50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2,469.00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31920" y="1188720"/>
          <a:ext cx="4114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